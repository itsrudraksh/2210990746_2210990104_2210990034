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8" r:id="rId4"/>
    <p:sldId id="258" r:id="rId5"/>
    <p:sldId id="259" r:id="rId6"/>
    <p:sldId id="260" r:id="rId7"/>
    <p:sldId id="269" r:id="rId8"/>
    <p:sldId id="264" r:id="rId9"/>
  </p:sldIdLst>
  <p:sldSz cx="9753600" cy="7315200"/>
  <p:notesSz cx="9753600" cy="7315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" roundtripDataSignature="AMtx7mgTxnPD+aw2LrBypMl/CD7XQzvf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1450" y="67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625925" y="548625"/>
            <a:ext cx="6502725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75350" y="3474700"/>
            <a:ext cx="7802875" cy="3291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975350" y="3474700"/>
            <a:ext cx="7802875" cy="3291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48000" y="549275"/>
            <a:ext cx="365760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:notes"/>
          <p:cNvSpPr txBox="1">
            <a:spLocks noGrp="1"/>
          </p:cNvSpPr>
          <p:nvPr>
            <p:ph type="body" idx="1"/>
          </p:nvPr>
        </p:nvSpPr>
        <p:spPr>
          <a:xfrm>
            <a:off x="975350" y="3474700"/>
            <a:ext cx="7802875" cy="3291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48000" y="549275"/>
            <a:ext cx="365760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975350" y="3474700"/>
            <a:ext cx="7802875" cy="3291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48000" y="549275"/>
            <a:ext cx="365760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:notes"/>
          <p:cNvSpPr txBox="1">
            <a:spLocks noGrp="1"/>
          </p:cNvSpPr>
          <p:nvPr>
            <p:ph type="body" idx="1"/>
          </p:nvPr>
        </p:nvSpPr>
        <p:spPr>
          <a:xfrm>
            <a:off x="975350" y="3474700"/>
            <a:ext cx="7802875" cy="3291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48000" y="549275"/>
            <a:ext cx="365760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9ac01966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48000" y="549275"/>
            <a:ext cx="365760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19ac019662_0_1:notes"/>
          <p:cNvSpPr txBox="1">
            <a:spLocks noGrp="1"/>
          </p:cNvSpPr>
          <p:nvPr>
            <p:ph type="body" idx="1"/>
          </p:nvPr>
        </p:nvSpPr>
        <p:spPr>
          <a:xfrm>
            <a:off x="975350" y="3474700"/>
            <a:ext cx="7803000" cy="3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7:notes"/>
          <p:cNvSpPr txBox="1">
            <a:spLocks noGrp="1"/>
          </p:cNvSpPr>
          <p:nvPr>
            <p:ph type="body" idx="1"/>
          </p:nvPr>
        </p:nvSpPr>
        <p:spPr>
          <a:xfrm>
            <a:off x="975350" y="3474700"/>
            <a:ext cx="7802875" cy="3291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48000" y="549275"/>
            <a:ext cx="365760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9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dt" idx="10"/>
          </p:nvPr>
        </p:nvSpPr>
        <p:spPr>
          <a:xfrm>
            <a:off x="487680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sldNum" idx="12"/>
          </p:nvPr>
        </p:nvSpPr>
        <p:spPr>
          <a:xfrm>
            <a:off x="7022592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title"/>
          </p:nvPr>
        </p:nvSpPr>
        <p:spPr>
          <a:xfrm>
            <a:off x="1932513" y="109377"/>
            <a:ext cx="3569335" cy="69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4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body" idx="1"/>
          </p:nvPr>
        </p:nvSpPr>
        <p:spPr>
          <a:xfrm>
            <a:off x="428995" y="1289312"/>
            <a:ext cx="8952230" cy="432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1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dt" idx="10"/>
          </p:nvPr>
        </p:nvSpPr>
        <p:spPr>
          <a:xfrm>
            <a:off x="487680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sldNum" idx="12"/>
          </p:nvPr>
        </p:nvSpPr>
        <p:spPr>
          <a:xfrm>
            <a:off x="7022592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1"/>
          <p:cNvSpPr txBox="1">
            <a:spLocks noGrp="1"/>
          </p:cNvSpPr>
          <p:nvPr>
            <p:ph type="title"/>
          </p:nvPr>
        </p:nvSpPr>
        <p:spPr>
          <a:xfrm>
            <a:off x="1932513" y="109377"/>
            <a:ext cx="3569335" cy="69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4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dt" idx="10"/>
          </p:nvPr>
        </p:nvSpPr>
        <p:spPr>
          <a:xfrm>
            <a:off x="487680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sldNum" idx="12"/>
          </p:nvPr>
        </p:nvSpPr>
        <p:spPr>
          <a:xfrm>
            <a:off x="7022592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 txBox="1">
            <a:spLocks noGrp="1"/>
          </p:cNvSpPr>
          <p:nvPr>
            <p:ph type="ctrTitle"/>
          </p:nvPr>
        </p:nvSpPr>
        <p:spPr>
          <a:xfrm>
            <a:off x="731520" y="2267712"/>
            <a:ext cx="8290560" cy="153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4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subTitle" idx="1"/>
          </p:nvPr>
        </p:nvSpPr>
        <p:spPr>
          <a:xfrm>
            <a:off x="1463040" y="4096512"/>
            <a:ext cx="682752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1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dt" idx="10"/>
          </p:nvPr>
        </p:nvSpPr>
        <p:spPr>
          <a:xfrm>
            <a:off x="487680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sldNum" idx="12"/>
          </p:nvPr>
        </p:nvSpPr>
        <p:spPr>
          <a:xfrm>
            <a:off x="7022592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1932513" y="109377"/>
            <a:ext cx="3569335" cy="69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4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487680" y="1682496"/>
            <a:ext cx="4242816" cy="4828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2"/>
          </p:nvPr>
        </p:nvSpPr>
        <p:spPr>
          <a:xfrm>
            <a:off x="5023104" y="1682496"/>
            <a:ext cx="4242816" cy="4828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dt" idx="10"/>
          </p:nvPr>
        </p:nvSpPr>
        <p:spPr>
          <a:xfrm>
            <a:off x="487680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sldNum" idx="12"/>
          </p:nvPr>
        </p:nvSpPr>
        <p:spPr>
          <a:xfrm>
            <a:off x="7022592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/>
          <p:nvPr/>
        </p:nvSpPr>
        <p:spPr>
          <a:xfrm>
            <a:off x="0" y="0"/>
            <a:ext cx="9752965" cy="894080"/>
          </a:xfrm>
          <a:custGeom>
            <a:avLst/>
            <a:gdLst/>
            <a:ahLst/>
            <a:cxnLst/>
            <a:rect l="l" t="t" r="r" b="b"/>
            <a:pathLst>
              <a:path w="9752965" h="894080" extrusionOk="0">
                <a:moveTo>
                  <a:pt x="9752456" y="893567"/>
                </a:moveTo>
                <a:lnTo>
                  <a:pt x="0" y="893567"/>
                </a:lnTo>
                <a:lnTo>
                  <a:pt x="0" y="0"/>
                </a:lnTo>
                <a:lnTo>
                  <a:pt x="9752456" y="0"/>
                </a:lnTo>
                <a:lnTo>
                  <a:pt x="9752456" y="893567"/>
                </a:lnTo>
                <a:close/>
              </a:path>
            </a:pathLst>
          </a:custGeom>
          <a:solidFill>
            <a:srgbClr val="FF33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8"/>
          <p:cNvSpPr/>
          <p:nvPr/>
        </p:nvSpPr>
        <p:spPr>
          <a:xfrm>
            <a:off x="0" y="7151615"/>
            <a:ext cx="9753600" cy="163830"/>
          </a:xfrm>
          <a:custGeom>
            <a:avLst/>
            <a:gdLst/>
            <a:ahLst/>
            <a:cxnLst/>
            <a:rect l="l" t="t" r="r" b="b"/>
            <a:pathLst>
              <a:path w="9753600" h="163829" extrusionOk="0">
                <a:moveTo>
                  <a:pt x="9753218" y="163584"/>
                </a:moveTo>
                <a:lnTo>
                  <a:pt x="0" y="163584"/>
                </a:lnTo>
                <a:lnTo>
                  <a:pt x="0" y="0"/>
                </a:lnTo>
                <a:lnTo>
                  <a:pt x="9753218" y="0"/>
                </a:lnTo>
                <a:lnTo>
                  <a:pt x="9753218" y="163584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Google Shape;8;p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9951" y="243840"/>
            <a:ext cx="2190749" cy="676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989951" y="243840"/>
            <a:ext cx="2047874" cy="6476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989951" y="243840"/>
            <a:ext cx="2190749" cy="676274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8"/>
          <p:cNvSpPr/>
          <p:nvPr/>
        </p:nvSpPr>
        <p:spPr>
          <a:xfrm>
            <a:off x="6556416" y="0"/>
            <a:ext cx="3197860" cy="894080"/>
          </a:xfrm>
          <a:custGeom>
            <a:avLst/>
            <a:gdLst/>
            <a:ahLst/>
            <a:cxnLst/>
            <a:rect l="l" t="t" r="r" b="b"/>
            <a:pathLst>
              <a:path w="3197859" h="894080" extrusionOk="0">
                <a:moveTo>
                  <a:pt x="3197297" y="893567"/>
                </a:moveTo>
                <a:lnTo>
                  <a:pt x="0" y="893567"/>
                </a:lnTo>
                <a:lnTo>
                  <a:pt x="0" y="0"/>
                </a:lnTo>
                <a:lnTo>
                  <a:pt x="3197297" y="0"/>
                </a:lnTo>
                <a:lnTo>
                  <a:pt x="3197297" y="893567"/>
                </a:lnTo>
                <a:close/>
              </a:path>
            </a:pathLst>
          </a:custGeom>
          <a:solidFill>
            <a:srgbClr val="FF33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Google Shape;12;p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989951" y="243840"/>
            <a:ext cx="2190749" cy="6762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8"/>
          <p:cNvSpPr/>
          <p:nvPr/>
        </p:nvSpPr>
        <p:spPr>
          <a:xfrm>
            <a:off x="6963071" y="203136"/>
            <a:ext cx="2213610" cy="731520"/>
          </a:xfrm>
          <a:custGeom>
            <a:avLst/>
            <a:gdLst/>
            <a:ahLst/>
            <a:cxnLst/>
            <a:rect l="l" t="t" r="r" b="b"/>
            <a:pathLst>
              <a:path w="2213609" h="731519" extrusionOk="0">
                <a:moveTo>
                  <a:pt x="2213399" y="731135"/>
                </a:moveTo>
                <a:lnTo>
                  <a:pt x="0" y="731135"/>
                </a:lnTo>
                <a:lnTo>
                  <a:pt x="0" y="0"/>
                </a:lnTo>
                <a:lnTo>
                  <a:pt x="2213399" y="0"/>
                </a:lnTo>
                <a:lnTo>
                  <a:pt x="2213399" y="7311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" name="Google Shape;14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989951" y="243840"/>
            <a:ext cx="2047874" cy="647623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8"/>
          <p:cNvSpPr txBox="1">
            <a:spLocks noGrp="1"/>
          </p:cNvSpPr>
          <p:nvPr>
            <p:ph type="title"/>
          </p:nvPr>
        </p:nvSpPr>
        <p:spPr>
          <a:xfrm>
            <a:off x="1932513" y="109377"/>
            <a:ext cx="3569335" cy="69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8"/>
          <p:cNvSpPr txBox="1">
            <a:spLocks noGrp="1"/>
          </p:cNvSpPr>
          <p:nvPr>
            <p:ph type="body" idx="1"/>
          </p:nvPr>
        </p:nvSpPr>
        <p:spPr>
          <a:xfrm>
            <a:off x="428995" y="1289312"/>
            <a:ext cx="8952230" cy="432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487680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sldNum" idx="12"/>
          </p:nvPr>
        </p:nvSpPr>
        <p:spPr>
          <a:xfrm>
            <a:off x="7022592" y="6803136"/>
            <a:ext cx="22433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"/>
          <p:cNvSpPr txBox="1"/>
          <p:nvPr/>
        </p:nvSpPr>
        <p:spPr>
          <a:xfrm>
            <a:off x="267855" y="1152575"/>
            <a:ext cx="9033163" cy="4136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Enhancing Code Retrieval Accuracy in Developer-Oriented RAG Systems using Semantic Chunking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>
              <a:lnSpc>
                <a:spcPct val="119736"/>
              </a:lnSpc>
            </a:pPr>
            <a:endParaRPr lang="en-US" sz="3200" b="1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lvl="0" algn="ctr">
              <a:lnSpc>
                <a:spcPct val="119736"/>
              </a:lnSpc>
            </a:pPr>
            <a:endParaRPr lang="en-IN" sz="2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lnSpc>
                <a:spcPct val="119736"/>
              </a:lnSpc>
            </a:pPr>
            <a:endParaRPr lang="en-IN" sz="2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lnSpc>
                <a:spcPct val="119736"/>
              </a:lnSpc>
            </a:pPr>
            <a:endParaRPr lang="en-IN" sz="2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lnSpc>
                <a:spcPct val="119736"/>
              </a:lnSpc>
            </a:pPr>
            <a:endParaRPr lang="en-IN" sz="2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lnSpc>
                <a:spcPct val="119736"/>
              </a:lnSpc>
            </a:pPr>
            <a:r>
              <a:rPr lang="en-IN" sz="2100">
                <a:latin typeface="Times New Roman"/>
                <a:ea typeface="Times New Roman"/>
                <a:cs typeface="Times New Roman"/>
                <a:sym typeface="Times New Roman"/>
              </a:rPr>
              <a:t>s</a:t>
            </a:r>
            <a:endParaRPr sz="2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734945" marR="2727325" lvl="0" indent="0" algn="ctr" rtl="0">
              <a:lnSpc>
                <a:spcPct val="1012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2100" dirty="0">
                <a:latin typeface="Times New Roman"/>
                <a:ea typeface="Times New Roman"/>
                <a:cs typeface="Times New Roman"/>
                <a:sym typeface="Times New Roman"/>
              </a:rPr>
              <a:t>Supervised By </a:t>
            </a:r>
            <a:endParaRPr sz="2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734945" marR="2727325" lvl="0" algn="ctr">
              <a:lnSpc>
                <a:spcPct val="101200"/>
              </a:lnSpc>
              <a:spcBef>
                <a:spcPts val="5"/>
              </a:spcBef>
            </a:pPr>
            <a:r>
              <a:rPr lang="en-IN" sz="1800" dirty="0" err="1"/>
              <a:t>Dr.Preeti</a:t>
            </a:r>
            <a:r>
              <a:rPr lang="en-IN" sz="1800" dirty="0"/>
              <a:t> Saini, </a:t>
            </a:r>
            <a:r>
              <a:rPr lang="en-IN" sz="1800" dirty="0" err="1"/>
              <a:t>Dr.</a:t>
            </a:r>
            <a:r>
              <a:rPr lang="en-IN" sz="1800" dirty="0"/>
              <a:t> Gurpreet Singh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" name="Google Shape;53;p1"/>
          <p:cNvSpPr txBox="1"/>
          <p:nvPr/>
        </p:nvSpPr>
        <p:spPr>
          <a:xfrm>
            <a:off x="1284545" y="6091004"/>
            <a:ext cx="7103745" cy="79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000" rIns="0" bIns="0" anchor="t" anchorCtr="0">
            <a:spAutoFit/>
          </a:bodyPr>
          <a:lstStyle/>
          <a:p>
            <a:pPr marL="1631950" marR="5080" lvl="0" indent="-1619885" algn="l" rtl="0">
              <a:lnSpc>
                <a:spcPct val="1176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>
                <a:latin typeface="Times New Roman"/>
                <a:ea typeface="Times New Roman"/>
                <a:cs typeface="Times New Roman"/>
                <a:sym typeface="Times New Roman"/>
              </a:rPr>
              <a:t>Department of Computer Science and Engineering, Chitkara University, Punjab</a:t>
            </a:r>
            <a:endParaRPr sz="255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17252" y="3009672"/>
            <a:ext cx="3903634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rPr lang="en-IN" dirty="0"/>
              <a:t>Rudraksh Kapoor -  2210990746</a:t>
            </a:r>
            <a:br>
              <a:rPr lang="en-IN" dirty="0"/>
            </a:br>
            <a:r>
              <a:rPr lang="en-IN" dirty="0"/>
              <a:t>Anshul Arora - 2210990141</a:t>
            </a:r>
            <a:br>
              <a:rPr lang="en-IN" dirty="0"/>
            </a:br>
            <a:r>
              <a:rPr lang="en-IN" dirty="0"/>
              <a:t>Abhishek - 2210990043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"/>
          <p:cNvSpPr txBox="1">
            <a:spLocks noGrp="1"/>
          </p:cNvSpPr>
          <p:nvPr>
            <p:ph type="title"/>
          </p:nvPr>
        </p:nvSpPr>
        <p:spPr>
          <a:xfrm>
            <a:off x="-387625" y="109377"/>
            <a:ext cx="5889474" cy="537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marL="6019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Introduction</a:t>
            </a:r>
            <a:endParaRPr/>
          </a:p>
        </p:txBody>
      </p:sp>
      <p:sp>
        <p:nvSpPr>
          <p:cNvPr id="59" name="Google Shape;59;p2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2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678E9-AC64-C38C-6C8E-E3FC4CAFC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09" y="109377"/>
            <a:ext cx="5372640" cy="523220"/>
          </a:xfrm>
        </p:spPr>
        <p:txBody>
          <a:bodyPr/>
          <a:lstStyle/>
          <a:p>
            <a:r>
              <a:rPr lang="en-US"/>
              <a:t>Objective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B3CAB3E-6D9C-CE40-D62E-8F69241475A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278295" y="2071089"/>
            <a:ext cx="741459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9464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"/>
          <p:cNvSpPr txBox="1">
            <a:spLocks noGrp="1"/>
          </p:cNvSpPr>
          <p:nvPr>
            <p:ph type="title"/>
          </p:nvPr>
        </p:nvSpPr>
        <p:spPr>
          <a:xfrm>
            <a:off x="69573" y="-10601"/>
            <a:ext cx="5361155" cy="68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79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Statement</a:t>
            </a:r>
            <a:endParaRPr/>
          </a:p>
        </p:txBody>
      </p:sp>
      <p:sp>
        <p:nvSpPr>
          <p:cNvPr id="66" name="Google Shape;66;p3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2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"/>
          <p:cNvSpPr txBox="1">
            <a:spLocks noGrp="1"/>
          </p:cNvSpPr>
          <p:nvPr>
            <p:ph type="title"/>
          </p:nvPr>
        </p:nvSpPr>
        <p:spPr>
          <a:xfrm>
            <a:off x="-834887" y="109377"/>
            <a:ext cx="6336735" cy="69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7900" rIns="0" bIns="0" anchor="t" anchorCtr="0">
            <a:spAutoFit/>
          </a:bodyPr>
          <a:lstStyle/>
          <a:p>
            <a:pPr marL="996314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Methodology</a:t>
            </a:r>
            <a:endParaRPr dirty="0"/>
          </a:p>
        </p:txBody>
      </p:sp>
      <p:sp>
        <p:nvSpPr>
          <p:cNvPr id="73" name="Google Shape;73;p4"/>
          <p:cNvSpPr txBox="1"/>
          <p:nvPr/>
        </p:nvSpPr>
        <p:spPr>
          <a:xfrm>
            <a:off x="232155" y="1353176"/>
            <a:ext cx="8766900" cy="502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95250" marR="8890" lvl="0" algn="just" rtl="0">
              <a:lnSpc>
                <a:spcPct val="151800"/>
              </a:lnSpc>
              <a:spcBef>
                <a:spcPts val="0"/>
              </a:spcBef>
              <a:spcAft>
                <a:spcPts val="0"/>
              </a:spcAft>
              <a:buSzPts val="2100"/>
            </a:pPr>
            <a:endParaRPr lang="en-US"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" name="Google Shape;74;p4"/>
          <p:cNvSpPr txBox="1">
            <a:spLocks noGrp="1"/>
          </p:cNvSpPr>
          <p:nvPr>
            <p:ph type="ftr" idx="11"/>
          </p:nvPr>
        </p:nvSpPr>
        <p:spPr>
          <a:xfrm>
            <a:off x="9076876" y="6801811"/>
            <a:ext cx="110490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2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</a:t>
            </a: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24BEFD-D9F7-342D-79FF-EFF9F785CCA7}"/>
              </a:ext>
            </a:extLst>
          </p:cNvPr>
          <p:cNvSpPr txBox="1"/>
          <p:nvPr/>
        </p:nvSpPr>
        <p:spPr>
          <a:xfrm>
            <a:off x="754545" y="1604556"/>
            <a:ext cx="80295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IN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19ac019662_0_1"/>
          <p:cNvSpPr txBox="1">
            <a:spLocks noGrp="1"/>
          </p:cNvSpPr>
          <p:nvPr>
            <p:ph type="title"/>
          </p:nvPr>
        </p:nvSpPr>
        <p:spPr>
          <a:xfrm>
            <a:off x="99392" y="181802"/>
            <a:ext cx="6156996" cy="5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Results &amp; Discussion</a:t>
            </a:r>
            <a:endParaRPr dirty="0"/>
          </a:p>
        </p:txBody>
      </p:sp>
      <p:sp>
        <p:nvSpPr>
          <p:cNvPr id="80" name="Google Shape;80;g319ac019662_0_1"/>
          <p:cNvSpPr txBox="1">
            <a:spLocks noGrp="1"/>
          </p:cNvSpPr>
          <p:nvPr>
            <p:ph type="body" idx="1"/>
          </p:nvPr>
        </p:nvSpPr>
        <p:spPr>
          <a:xfrm flipH="1">
            <a:off x="9605818" y="7269481"/>
            <a:ext cx="1098332" cy="45719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82F8F-47D9-0DC1-143F-DD694A2F8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443" y="109377"/>
            <a:ext cx="5084405" cy="523220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03858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"/>
          <p:cNvSpPr txBox="1">
            <a:spLocks noGrp="1"/>
          </p:cNvSpPr>
          <p:nvPr>
            <p:ph type="title"/>
          </p:nvPr>
        </p:nvSpPr>
        <p:spPr>
          <a:xfrm>
            <a:off x="3137882" y="2901732"/>
            <a:ext cx="3644900" cy="3553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750"/>
              <a:t>Thank You</a:t>
            </a:r>
            <a:br>
              <a:rPr lang="en-US" sz="5750"/>
            </a:br>
            <a:br>
              <a:rPr lang="en-US" sz="5750"/>
            </a:br>
            <a:br>
              <a:rPr lang="en-US" sz="5750"/>
            </a:br>
            <a:endParaRPr sz="5750"/>
          </a:p>
        </p:txBody>
      </p:sp>
      <p:sp>
        <p:nvSpPr>
          <p:cNvPr id="106" name="Google Shape;106;p7"/>
          <p:cNvSpPr txBox="1"/>
          <p:nvPr/>
        </p:nvSpPr>
        <p:spPr>
          <a:xfrm>
            <a:off x="9074494" y="6801811"/>
            <a:ext cx="112395" cy="220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2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latin typeface="Trebuchet MS"/>
                <a:ea typeface="Trebuchet MS"/>
                <a:cs typeface="Trebuchet MS"/>
                <a:sym typeface="Trebuchet MS"/>
              </a:rPr>
              <a:t>3</a:t>
            </a:r>
            <a:endParaRPr sz="125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yritsolution</Template>
  <TotalTime>45</TotalTime>
  <Words>65</Words>
  <Application>Microsoft Office PowerPoint</Application>
  <PresentationFormat>Custom</PresentationFormat>
  <Paragraphs>28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Times New Roman</vt:lpstr>
      <vt:lpstr>Trebuchet MS</vt:lpstr>
      <vt:lpstr>Office Theme</vt:lpstr>
      <vt:lpstr>PowerPoint Presentation</vt:lpstr>
      <vt:lpstr>Introduction</vt:lpstr>
      <vt:lpstr>Objective</vt:lpstr>
      <vt:lpstr>Problem Statement</vt:lpstr>
      <vt:lpstr>Methodology</vt:lpstr>
      <vt:lpstr>Results &amp; Discussion</vt:lpstr>
      <vt:lpstr>Conclusion</vt:lpstr>
      <vt:lpstr>Thank You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nakul JAIN</dc:creator>
  <cp:lastModifiedBy>Rudraksh Kapoor</cp:lastModifiedBy>
  <cp:revision>10</cp:revision>
  <dcterms:created xsi:type="dcterms:W3CDTF">2026-03-24T19:17:42Z</dcterms:created>
  <dcterms:modified xsi:type="dcterms:W3CDTF">2026-04-25T12:28:32Z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2024-08-03T00:00:00Z</vt:filetime>
  </property>
  <property fmtid="{D5CDD505-2E9C-101B-9397-08002B2CF9AE}" pid="3" name="Creator">
    <vt:lpwstr>Canva</vt:lpwstr>
  </property>
  <property fmtid="{D5CDD505-2E9C-101B-9397-08002B2CF9AE}" pid="4" name="LastSaved">
    <vt:filetime>2024-10-02T00:00:00Z</vt:filetime>
  </property>
  <property fmtid="{D5CDD505-2E9C-101B-9397-08002B2CF9AE}" pid="5" name="Producer">
    <vt:lpwstr>Canva</vt:lpwstr>
  </property>
</Properties>
</file>